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8" r:id="rId2"/>
    <p:sldId id="343" r:id="rId3"/>
    <p:sldId id="278" r:id="rId4"/>
    <p:sldId id="344" r:id="rId5"/>
    <p:sldId id="345" r:id="rId6"/>
    <p:sldId id="319" r:id="rId7"/>
    <p:sldId id="332" r:id="rId8"/>
    <p:sldId id="335" r:id="rId9"/>
    <p:sldId id="336" r:id="rId10"/>
    <p:sldId id="337" r:id="rId11"/>
    <p:sldId id="338" r:id="rId12"/>
    <p:sldId id="33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7E1C11-2BB0-4EE8-B097-36F1D077CA24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7691FB-97FC-4C4B-9363-43FE03E260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594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9F325-99DE-83CB-AF68-3D7247222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DD4443-0C21-EC39-7828-0D43340AA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A2988-6574-998E-F8B9-4CC013192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4EC0-F174-4D07-9030-8F9BB7B8B5C9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4A459-3EC5-9F8B-F821-050954AD6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FF140-5889-E767-37B3-0B3E851AF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BF0B-9E9D-453D-AA4A-36A2E1C7A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464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DA677-420C-C48D-2C6A-D2D0C4194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4F9B-B8F0-D044-FDCF-72E988988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93E7A-06A1-5C1B-38BA-A7C1F1D32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4EC0-F174-4D07-9030-8F9BB7B8B5C9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5904E-D138-D77C-00B3-402D3CF06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3AD2C-811E-9037-C9CB-155EFF74A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BF0B-9E9D-453D-AA4A-36A2E1C7A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879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30C01-0F7F-52A0-9037-2D3FF21E5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40BD9-1EB3-73F8-B2F9-E7F2E39A4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2B22E-7740-132C-641F-9AE727822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4EC0-F174-4D07-9030-8F9BB7B8B5C9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686CB-65EC-0124-7775-4A8B7E22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09D85-5872-31F4-B0AB-054CF15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BF0B-9E9D-453D-AA4A-36A2E1C7A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198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E5EAA-5EC5-C5AD-0ADA-24EDE461F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D5E89-CD6D-29BE-9EAC-48C2FB45DA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28DB38-5CE5-5C19-63CB-B6C8553756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0BD9FA-3944-B790-A263-B67D09DE5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4EC0-F174-4D07-9030-8F9BB7B8B5C9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DF2B8-277F-43C5-E420-F89E1122F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71A0D-90DD-703E-2E3E-1E4BB82D1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BF0B-9E9D-453D-AA4A-36A2E1C7A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104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F4C3E-63E9-FE1A-5960-B80E2F79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AC73F-DB55-12A7-5A4F-C3C3F97CB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1D0A80-F989-04BF-E739-F53FE103B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E05052-1505-249E-02F4-E0F70A8BAC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F52E79-14C6-C8CC-A8B8-CEBBE6CC59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597675-7170-B5DE-B861-54FE717D2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4EC0-F174-4D07-9030-8F9BB7B8B5C9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A4FD7F-0642-A8C8-BA57-8BE42D650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54D7BB-B9DC-07A8-4789-1057C6FAE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BF0B-9E9D-453D-AA4A-36A2E1C7A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019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52DF1-E386-2156-947A-37185D120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8D1115-3E6B-5D71-6636-BB15EFCE7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4EC0-F174-4D07-9030-8F9BB7B8B5C9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F30CB1-A1E7-47D1-00F2-EA5B0C469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89C377-F01A-0363-0A85-5136ACCF2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BF0B-9E9D-453D-AA4A-36A2E1C7A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1747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1FEA2B-CBC6-4A4A-35C9-AC88EDD44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4EC0-F174-4D07-9030-8F9BB7B8B5C9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515C86-2449-B873-D3F3-33F4894D8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BCFDB-1D48-A87C-5830-4DCA4F330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BF0B-9E9D-453D-AA4A-36A2E1C7A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969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CB1A4-3125-298E-0B9A-ED522FC12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209F1-BB7A-3AA8-62BC-0982381E5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F7E61B-57FC-F66C-52C9-E4DBB193F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1AEE4-3142-EF77-BB4E-B6715E67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4EC0-F174-4D07-9030-8F9BB7B8B5C9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8816E-C11E-41F9-2B00-079E0CCEC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8D139-94B3-B2FD-E667-F21DC5E95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BF0B-9E9D-453D-AA4A-36A2E1C7A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118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654AB-DB8E-7047-0288-02D532908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1E48CF-57C9-D066-99E2-CF6B3A0E4B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F2CC63-B55D-D620-95EF-8122064DD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056E17-61A3-64C1-330F-59906D9D0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4EC0-F174-4D07-9030-8F9BB7B8B5C9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BE1B0-BE9C-0517-B56E-BD05DED7E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E2994-C2BA-63E1-429C-DB812DCD5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BF0B-9E9D-453D-AA4A-36A2E1C7A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149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9FD03-64A7-4F3E-3F04-369502582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8A219C-29DE-03A4-5207-B49FCB904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B3DC8-C282-2FE8-4888-32BB3A423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4EC0-F174-4D07-9030-8F9BB7B8B5C9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DD4BD-6A38-6CBE-1B43-85EDF5D85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CFB17-B704-4525-1DD0-87B649BB5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BF0B-9E9D-453D-AA4A-36A2E1C7A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610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D32BCF-F35E-DE1E-A8BA-2096C6B7E5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DF5459-EA35-854A-162F-C0F1D7792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AC9B0-5CE2-1E53-3BE4-A5A9CDA44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4EC0-F174-4D07-9030-8F9BB7B8B5C9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52AD1-14D1-DCC0-1A51-28824AA47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83601-B2C3-3F45-3A01-173400B9C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BF0B-9E9D-453D-AA4A-36A2E1C7A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621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6F43C7-25DB-AF8C-8333-BD5A177A1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3575D-8831-4C1B-F72B-3ECE62395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DD111-4355-16BF-57EB-CA1335693D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FA4EC0-F174-4D07-9030-8F9BB7B8B5C9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32754-8D57-57FC-3524-88E46FBD9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7D4F0-1888-7AB8-E763-466B833C09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2BF0B-9E9D-453D-AA4A-36A2E1C7A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845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ir-nlp.github.io/cs2916/docs/2025/lectures/representation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fasttext.cc/docs/en/unsupervised-tutorial.html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DDDF9F-3949-E794-EB6D-13D57630B3FD}"/>
              </a:ext>
            </a:extLst>
          </p:cNvPr>
          <p:cNvSpPr txBox="1"/>
          <p:nvPr/>
        </p:nvSpPr>
        <p:spPr>
          <a:xfrm>
            <a:off x="2123767" y="4151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2"/>
              </a:rPr>
              <a:t>Transformer | </a:t>
            </a:r>
            <a:r>
              <a:rPr lang="zh-CN" altLang="en-US" dirty="0">
                <a:hlinkClick r:id="rId2"/>
              </a:rPr>
              <a:t>大语言模型（</a:t>
            </a:r>
            <a:r>
              <a:rPr lang="en-US" altLang="zh-CN" dirty="0">
                <a:hlinkClick r:id="rId2"/>
              </a:rPr>
              <a:t>Large Language Models</a:t>
            </a:r>
            <a:r>
              <a:rPr lang="zh-CN" altLang="en-US" dirty="0">
                <a:hlinkClick r:id="rId2"/>
              </a:rPr>
              <a:t>）</a:t>
            </a:r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399D1C-EA43-550C-FF1A-54A482510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16" y="940854"/>
            <a:ext cx="11865368" cy="497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595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D3645-6009-C8D5-F584-833221ABC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0111A3-71A7-9FBC-237E-7E56631DD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952" y="1539076"/>
            <a:ext cx="10806096" cy="377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341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399D44-34E4-D39F-B728-A1220527B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79" y="748632"/>
            <a:ext cx="10859441" cy="5006774"/>
          </a:xfrm>
          <a:prstGeom prst="rect">
            <a:avLst/>
          </a:prstGeom>
        </p:spPr>
      </p:pic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EA8B37B8-426F-76AE-FA67-28770D9BAE33}"/>
              </a:ext>
            </a:extLst>
          </p:cNvPr>
          <p:cNvSpPr/>
          <p:nvPr/>
        </p:nvSpPr>
        <p:spPr>
          <a:xfrm>
            <a:off x="9360310" y="4660490"/>
            <a:ext cx="265471" cy="186813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E04F28E1-C191-3345-21E5-D3024B901521}"/>
              </a:ext>
            </a:extLst>
          </p:cNvPr>
          <p:cNvSpPr/>
          <p:nvPr/>
        </p:nvSpPr>
        <p:spPr>
          <a:xfrm>
            <a:off x="5963263" y="2954593"/>
            <a:ext cx="265471" cy="186813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669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712296-C819-570D-4152-9830783E0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191" y="533149"/>
            <a:ext cx="9891617" cy="579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891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FD2309-ECB8-8878-26FF-2375998AE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3" y="312949"/>
            <a:ext cx="5661513" cy="34338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16E677-0EDC-8B68-E637-516F13AD4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258" y="3746803"/>
            <a:ext cx="6572545" cy="265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852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62FD95-DFD5-4BF3-1750-34A4F6449F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4862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2187F-940F-4FE0-F37C-161536DD1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11DCD7-20C2-5A18-DD1E-754ACA0FC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531" y="470237"/>
            <a:ext cx="10664787" cy="613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794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965E4-09C1-7D70-B330-BCA8E8ED1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A7C370-E4C7-FD6C-7B67-988827161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018" y="645795"/>
            <a:ext cx="7263418" cy="404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528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22CCE-3869-3634-94A0-80643A68C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0C8CF5-45B7-3D02-AD35-F5C159007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449" y="931030"/>
            <a:ext cx="10790855" cy="409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379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31F0C-4E62-3B92-D1B9-F7D23AA50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118B19-BA64-0CBC-DB51-0A0D8C161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04" y="491235"/>
            <a:ext cx="11209991" cy="5875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190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3FF1F-7516-92A3-FAA3-A486B9895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C2CE8D-EED7-139A-ACD3-07ACC96C1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63" y="559499"/>
            <a:ext cx="5730737" cy="18060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73F46D-63F3-AC8F-98C3-7155710ED507}"/>
              </a:ext>
            </a:extLst>
          </p:cNvPr>
          <p:cNvSpPr txBox="1"/>
          <p:nvPr/>
        </p:nvSpPr>
        <p:spPr>
          <a:xfrm>
            <a:off x="6400800" y="2863023"/>
            <a:ext cx="3264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3"/>
              </a:rPr>
              <a:t>Word representations · </a:t>
            </a:r>
            <a:r>
              <a:rPr lang="en-US" altLang="zh-CN" dirty="0" err="1">
                <a:hlinkClick r:id="rId3"/>
              </a:rPr>
              <a:t>fastText</a:t>
            </a:r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E9A34D-A5B8-2329-691C-5AD0DEC82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939" y="3944234"/>
            <a:ext cx="8604900" cy="183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465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5D884-67F0-2662-7636-502D12701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FC9B37-4145-AEC0-AC93-997701F84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20" y="316625"/>
            <a:ext cx="8121629" cy="183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559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1aa2129-79ec-42c0-bfac-e5b7a0374572}" enabled="1" method="Privileged" siteId="{5d471751-9675-428d-917b-70f44f9630b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13</Words>
  <Application>Microsoft Office PowerPoint</Application>
  <PresentationFormat>Widescreen</PresentationFormat>
  <Paragraphs>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等线</vt:lpstr>
      <vt:lpstr>等线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Hongfei Qi (Nokia)</dc:creator>
  <cp:lastModifiedBy>Hongfei Qi (Nokia)</cp:lastModifiedBy>
  <cp:revision>269</cp:revision>
  <dcterms:created xsi:type="dcterms:W3CDTF">2026-02-10T07:01:04Z</dcterms:created>
  <dcterms:modified xsi:type="dcterms:W3CDTF">2026-02-13T13:55:15Z</dcterms:modified>
</cp:coreProperties>
</file>