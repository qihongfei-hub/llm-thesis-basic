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2.svg" ContentType="image/svg+xml"/>
  <Override PartName="/ppt/media/image14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2.svg" ContentType="image/svg+xml"/>
  <Override PartName="/ppt/media/image45.svg" ContentType="image/svg+xml"/>
  <Override PartName="/ppt/media/image48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8" r:id="rId3"/>
    <p:sldMasterId id="2147483748" r:id="rId4"/>
  </p:sldMasterIdLst>
  <p:notesMasterIdLst>
    <p:notesMasterId r:id="rId12"/>
  </p:notesMasterIdLst>
  <p:sldIdLst>
    <p:sldId id="4098853" r:id="rId5"/>
    <p:sldId id="4098856" r:id="rId6"/>
    <p:sldId id="4098857" r:id="rId7"/>
    <p:sldId id="4098858" r:id="rId8"/>
    <p:sldId id="4098859" r:id="rId9"/>
    <p:sldId id="4098860" r:id="rId10"/>
    <p:sldId id="4098861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5"/>
    <a:srgbClr val="001D47"/>
    <a:srgbClr val="0A0908"/>
    <a:srgbClr val="FF8B10"/>
    <a:srgbClr val="666666"/>
    <a:srgbClr val="333333"/>
    <a:srgbClr val="FFFFFF"/>
    <a:srgbClr val="CCCCCC"/>
    <a:srgbClr val="FFFB00"/>
    <a:srgbClr val="FF31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5" autoAdjust="0"/>
  </p:normalViewPr>
  <p:slideViewPr>
    <p:cSldViewPr snapToGrid="0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customXml" Target="../customXml/item5.xml"/><Relationship Id="rId20" Type="http://schemas.openxmlformats.org/officeDocument/2006/relationships/customXml" Target="../customXml/item4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microsoft.com/office/2018/10/relationships/authors" Target="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2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3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1pPr>
            <a:lvl2pPr marL="1797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2pPr>
            <a:lvl3pPr marL="36004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3pPr>
            <a:lvl4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4pPr>
            <a:lvl5pPr marL="7200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4 - 1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5 - 2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6 - 3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7 - 4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8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1pPr>
            <a:lvl2pPr marL="40830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tx2"/>
                </a:solidFill>
              </a:defRPr>
            </a:lvl2pPr>
            <a:lvl3pPr marL="5886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tx2"/>
                </a:solidFill>
              </a:defRPr>
            </a:lvl3pPr>
            <a:lvl4pPr marL="7683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tx2"/>
                </a:solidFill>
              </a:defRPr>
            </a:lvl4pPr>
            <a:lvl5pPr marL="9569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  <a:endParaRPr lang="en-US" dirty="0"/>
          </a:p>
          <a:p>
            <a:pPr lvl="1"/>
            <a:r>
              <a:rPr lang="en-US" dirty="0"/>
              <a:t>Text here</a:t>
            </a:r>
            <a:endParaRPr lang="en-US" dirty="0"/>
          </a:p>
          <a:p>
            <a:pPr lvl="2"/>
            <a:r>
              <a:rPr lang="en-US" dirty="0"/>
              <a:t>Text here</a:t>
            </a:r>
            <a:endParaRPr lang="en-US" dirty="0"/>
          </a:p>
          <a:p>
            <a:pPr lvl="3"/>
            <a:r>
              <a:rPr lang="en-US" dirty="0"/>
              <a:t>Text here</a:t>
            </a:r>
            <a:endParaRPr lang="en-US" dirty="0"/>
          </a:p>
          <a:p>
            <a:pPr marL="956945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en-US" dirty="0"/>
              <a:t>Text here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9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accent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accent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1 - Bulle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0"/>
            <a:ext cx="4572001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2 - Bullet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5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</p:txBody>
      </p:sp>
      <p:sp>
        <p:nvSpPr>
          <p:cNvPr id="7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3 - Bullet 1/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1999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9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4 - Bullet 2/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</p:txBody>
      </p:sp>
      <p:sp>
        <p:nvSpPr>
          <p:cNvPr id="9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1 - 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2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3 - Tex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1pPr>
            <a:lvl2pPr marL="1797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2pPr>
            <a:lvl3pPr marL="36004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3pPr>
            <a:lvl4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4pPr>
            <a:lvl5pPr marL="7200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4 - 1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5 - 2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6 - 3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7 - 4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8 - Numbere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bg1"/>
                </a:solidFill>
              </a:defRPr>
            </a:lvl1pPr>
            <a:lvl2pPr marL="40830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bg1"/>
                </a:solidFill>
              </a:defRPr>
            </a:lvl2pPr>
            <a:lvl3pPr marL="5886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bg1"/>
                </a:solidFill>
              </a:defRPr>
            </a:lvl3pPr>
            <a:lvl4pPr marL="7683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bg1"/>
                </a:solidFill>
              </a:defRPr>
            </a:lvl4pPr>
            <a:lvl5pPr marL="9569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  <a:endParaRPr lang="en-US" dirty="0"/>
          </a:p>
          <a:p>
            <a:pPr lvl="1"/>
            <a:r>
              <a:rPr lang="en-US" dirty="0"/>
              <a:t>Text here</a:t>
            </a:r>
            <a:endParaRPr lang="en-US" dirty="0"/>
          </a:p>
          <a:p>
            <a:pPr lvl="2"/>
            <a:r>
              <a:rPr lang="en-US" dirty="0"/>
              <a:t>Text here</a:t>
            </a:r>
            <a:endParaRPr lang="en-US" dirty="0"/>
          </a:p>
          <a:p>
            <a:pPr lvl="3"/>
            <a:r>
              <a:rPr lang="en-US" dirty="0"/>
              <a:t>Text here</a:t>
            </a:r>
            <a:endParaRPr lang="en-US" dirty="0"/>
          </a:p>
          <a:p>
            <a:pPr marL="956945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en-US" dirty="0"/>
              <a:t>Text here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9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/>
          <p:cNvSpPr>
            <a:spLocks noGrp="1"/>
          </p:cNvSpPr>
          <p:nvPr>
            <p:ph type="body" sz="quarter" idx="1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21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1 - Cover N BlueGree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2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2 - Cover N Purple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aphic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901"/>
            <a:ext cx="5144400" cy="51444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3 - Cover N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0" name="Graphic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4 - Cover 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5144400 w 5144400"/>
              <a:gd name="connsiteY1" fmla="*/ 0 h 5144400"/>
              <a:gd name="connsiteX2" fmla="*/ 5144400 w 5144400"/>
              <a:gd name="connsiteY2" fmla="*/ 5144400 h 5144400"/>
              <a:gd name="connsiteX3" fmla="*/ 0 w 5144400"/>
              <a:gd name="connsiteY3" fmla="*/ 51444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5144400" y="0"/>
                </a:lnTo>
                <a:lnTo>
                  <a:pt x="5144400" y="5144400"/>
                </a:lnTo>
                <a:lnTo>
                  <a:pt x="0" y="5144400"/>
                </a:lnTo>
                <a:close/>
              </a:path>
            </a:pathLst>
          </a:custGeom>
          <a:noFill/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/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0 w 5144400"/>
              <a:gd name="connsiteY1" fmla="*/ 5144400 h 5144400"/>
              <a:gd name="connsiteX2" fmla="*/ 794971 w 5144400"/>
              <a:gd name="connsiteY2" fmla="*/ 5144400 h 5144400"/>
              <a:gd name="connsiteX3" fmla="*/ 794971 w 5144400"/>
              <a:gd name="connsiteY3" fmla="*/ 1741594 h 5144400"/>
              <a:gd name="connsiteX4" fmla="*/ 5144400 w 5144400"/>
              <a:gd name="connsiteY4" fmla="*/ 5144400 h 5144400"/>
              <a:gd name="connsiteX5" fmla="*/ 5144400 w 5144400"/>
              <a:gd name="connsiteY5" fmla="*/ 4142850 h 5144400"/>
              <a:gd name="connsiteX6" fmla="*/ 0 w 5144400"/>
              <a:gd name="connsiteY6" fmla="*/ 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0" y="5144400"/>
                </a:lnTo>
                <a:cubicBezTo>
                  <a:pt x="0" y="5144400"/>
                  <a:pt x="794971" y="5144400"/>
                  <a:pt x="794971" y="5144400"/>
                </a:cubicBezTo>
                <a:lnTo>
                  <a:pt x="794971" y="1741594"/>
                </a:lnTo>
                <a:cubicBezTo>
                  <a:pt x="794971" y="1741594"/>
                  <a:pt x="5144400" y="5144400"/>
                  <a:pt x="5144400" y="5144400"/>
                </a:cubicBezTo>
                <a:lnTo>
                  <a:pt x="5144400" y="41428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5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1 - Cover O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2 - Cover O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Graphic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3 - Cover O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Graphic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4 - Cover 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pic>
        <p:nvPicPr>
          <p:cNvPr id="20" name="Picture 19" descr="Circle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84"/>
          <a:stretch>
            <a:fillRect/>
          </a:stretch>
        </p:blipFill>
        <p:spPr>
          <a:xfrm>
            <a:off x="5126775" y="-4796"/>
            <a:ext cx="4017225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1 - Cover K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2 - Cover K BlueGree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3 - Cover K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4 - Cover 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8798"/>
          <a:stretch>
            <a:fillRect/>
          </a:stretch>
        </p:blipFill>
        <p:spPr>
          <a:xfrm>
            <a:off x="4966626" y="0"/>
            <a:ext cx="4177374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1 - Divider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5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2 - Divider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3 - Divider BlueGree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4 - Divider Purple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5 - Divider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6 - Divider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7 - Divider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1 - End BlueGreen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2 - End BlueGree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3 - End BlueGreen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4 - End PurpleBlue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5 - End Blue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6 - End 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7 - Divider Orange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8 -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2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3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1pPr>
            <a:lvl2pPr marL="1797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2pPr>
            <a:lvl3pPr marL="36004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3pPr>
            <a:lvl4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4pPr>
            <a:lvl5pPr marL="7200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4 - 1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5 - 2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6 - 3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7 - 4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8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1pPr>
            <a:lvl2pPr marL="40830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tx2"/>
                </a:solidFill>
              </a:defRPr>
            </a:lvl2pPr>
            <a:lvl3pPr marL="5886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tx2"/>
                </a:solidFill>
              </a:defRPr>
            </a:lvl3pPr>
            <a:lvl4pPr marL="7683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tx2"/>
                </a:solidFill>
              </a:defRPr>
            </a:lvl4pPr>
            <a:lvl5pPr marL="9569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  <a:endParaRPr lang="en-US" dirty="0"/>
          </a:p>
          <a:p>
            <a:pPr lvl="1"/>
            <a:r>
              <a:rPr lang="en-US" dirty="0"/>
              <a:t>Text here</a:t>
            </a:r>
            <a:endParaRPr lang="en-US" dirty="0"/>
          </a:p>
          <a:p>
            <a:pPr lvl="2"/>
            <a:r>
              <a:rPr lang="en-US" dirty="0"/>
              <a:t>Text here</a:t>
            </a:r>
            <a:endParaRPr lang="en-US" dirty="0"/>
          </a:p>
          <a:p>
            <a:pPr lvl="3"/>
            <a:r>
              <a:rPr lang="en-US" dirty="0"/>
              <a:t>Text here</a:t>
            </a:r>
            <a:endParaRPr lang="en-US" dirty="0"/>
          </a:p>
          <a:p>
            <a:pPr marL="956945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en-US" dirty="0"/>
              <a:t>Text here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9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accent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accent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1 - Bulle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0"/>
            <a:ext cx="4572001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2 - Bullet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5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</p:txBody>
      </p:sp>
      <p:sp>
        <p:nvSpPr>
          <p:cNvPr id="7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3 - Bullet 1/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1999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9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4 - Bullet 2/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</p:txBody>
      </p:sp>
      <p:sp>
        <p:nvSpPr>
          <p:cNvPr id="9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1 - 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2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3 - Tex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1pPr>
            <a:lvl2pPr marL="1797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2pPr>
            <a:lvl3pPr marL="36004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3pPr>
            <a:lvl4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4pPr>
            <a:lvl5pPr marL="7200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4 - 1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5 - 2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6 - 3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7 - 4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8 - Numbere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bg1"/>
                </a:solidFill>
              </a:defRPr>
            </a:lvl1pPr>
            <a:lvl2pPr marL="40830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bg1"/>
                </a:solidFill>
              </a:defRPr>
            </a:lvl2pPr>
            <a:lvl3pPr marL="5886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bg1"/>
                </a:solidFill>
              </a:defRPr>
            </a:lvl3pPr>
            <a:lvl4pPr marL="7683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bg1"/>
                </a:solidFill>
              </a:defRPr>
            </a:lvl4pPr>
            <a:lvl5pPr marL="9569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  <a:endParaRPr lang="en-US" dirty="0"/>
          </a:p>
          <a:p>
            <a:pPr lvl="1"/>
            <a:r>
              <a:rPr lang="en-US" dirty="0"/>
              <a:t>Text here</a:t>
            </a:r>
            <a:endParaRPr lang="en-US" dirty="0"/>
          </a:p>
          <a:p>
            <a:pPr lvl="2"/>
            <a:r>
              <a:rPr lang="en-US" dirty="0"/>
              <a:t>Text here</a:t>
            </a:r>
            <a:endParaRPr lang="en-US" dirty="0"/>
          </a:p>
          <a:p>
            <a:pPr lvl="3"/>
            <a:r>
              <a:rPr lang="en-US" dirty="0"/>
              <a:t>Text here</a:t>
            </a:r>
            <a:endParaRPr lang="en-US" dirty="0"/>
          </a:p>
          <a:p>
            <a:pPr marL="956945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en-US" dirty="0"/>
              <a:t>Text here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9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/>
          <p:cNvSpPr>
            <a:spLocks noGrp="1"/>
          </p:cNvSpPr>
          <p:nvPr>
            <p:ph type="body" sz="quarter" idx="1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21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1 - Cover N BlueGree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2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2 - Cover N Purple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aphic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901"/>
            <a:ext cx="5144400" cy="51444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3 - Cover N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0" name="Graphic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4 - Cover 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5144400 w 5144400"/>
              <a:gd name="connsiteY1" fmla="*/ 0 h 5144400"/>
              <a:gd name="connsiteX2" fmla="*/ 5144400 w 5144400"/>
              <a:gd name="connsiteY2" fmla="*/ 5144400 h 5144400"/>
              <a:gd name="connsiteX3" fmla="*/ 0 w 5144400"/>
              <a:gd name="connsiteY3" fmla="*/ 51444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5144400" y="0"/>
                </a:lnTo>
                <a:lnTo>
                  <a:pt x="5144400" y="5144400"/>
                </a:lnTo>
                <a:lnTo>
                  <a:pt x="0" y="5144400"/>
                </a:lnTo>
                <a:close/>
              </a:path>
            </a:pathLst>
          </a:custGeom>
          <a:noFill/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/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0 w 5144400"/>
              <a:gd name="connsiteY1" fmla="*/ 5144400 h 5144400"/>
              <a:gd name="connsiteX2" fmla="*/ 794971 w 5144400"/>
              <a:gd name="connsiteY2" fmla="*/ 5144400 h 5144400"/>
              <a:gd name="connsiteX3" fmla="*/ 794971 w 5144400"/>
              <a:gd name="connsiteY3" fmla="*/ 1741594 h 5144400"/>
              <a:gd name="connsiteX4" fmla="*/ 5144400 w 5144400"/>
              <a:gd name="connsiteY4" fmla="*/ 5144400 h 5144400"/>
              <a:gd name="connsiteX5" fmla="*/ 5144400 w 5144400"/>
              <a:gd name="connsiteY5" fmla="*/ 4142850 h 5144400"/>
              <a:gd name="connsiteX6" fmla="*/ 0 w 5144400"/>
              <a:gd name="connsiteY6" fmla="*/ 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0" y="5144400"/>
                </a:lnTo>
                <a:cubicBezTo>
                  <a:pt x="0" y="5144400"/>
                  <a:pt x="794971" y="5144400"/>
                  <a:pt x="794971" y="5144400"/>
                </a:cubicBezTo>
                <a:lnTo>
                  <a:pt x="794971" y="1741594"/>
                </a:lnTo>
                <a:cubicBezTo>
                  <a:pt x="794971" y="1741594"/>
                  <a:pt x="5144400" y="5144400"/>
                  <a:pt x="5144400" y="5144400"/>
                </a:cubicBezTo>
                <a:lnTo>
                  <a:pt x="5144400" y="41428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5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1 - Cover O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2 - Cover O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Graphic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3 - Cover O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Graphic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4 - Cover 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pic>
        <p:nvPicPr>
          <p:cNvPr id="20" name="Picture 19" descr="Circle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84"/>
          <a:stretch>
            <a:fillRect/>
          </a:stretch>
        </p:blipFill>
        <p:spPr>
          <a:xfrm>
            <a:off x="5126775" y="-4796"/>
            <a:ext cx="4017225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1 - Cover K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2 - Cover K BlueGree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3 - Cover K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4 - Cover 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8798"/>
          <a:stretch>
            <a:fillRect/>
          </a:stretch>
        </p:blipFill>
        <p:spPr>
          <a:xfrm>
            <a:off x="4966626" y="0"/>
            <a:ext cx="4177374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1 - Divider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5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2 - Divider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3 - Divider BlueGree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4 - Divider Purple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5 - Divider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6 - Divider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7 - Divider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1 - End BlueGreen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2 - End BlueGree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3 - End BlueGreen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4 - End PurpleBlue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5 - End Blue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6 - End 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7 - Divider Orange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8 -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685800"/>
            <a:ext cx="7349400" cy="19278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670300"/>
            <a:ext cx="7349400" cy="11043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117800"/>
            <a:ext cx="8226900" cy="3569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2886300"/>
            <a:ext cx="5826600" cy="5751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461400"/>
            <a:ext cx="5826600" cy="650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125900"/>
            <a:ext cx="3882600" cy="35613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125900"/>
            <a:ext cx="3882600" cy="35613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071900"/>
            <a:ext cx="4006800" cy="2862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066297"/>
            <a:ext cx="4006800" cy="2862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166400"/>
            <a:ext cx="3924808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685800"/>
            <a:ext cx="783000" cy="37719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685800"/>
            <a:ext cx="6876900" cy="37719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580500"/>
            <a:ext cx="8229600" cy="41121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0" Type="http://schemas.openxmlformats.org/officeDocument/2006/relationships/theme" Target="../theme/theme2.xml"/><Relationship Id="rId5" Type="http://schemas.openxmlformats.org/officeDocument/2006/relationships/slideLayout" Target="../slideLayouts/slideLayout54.xml"/><Relationship Id="rId49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90.xml"/><Relationship Id="rId4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79.xml"/><Relationship Id="rId3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0.xml"/><Relationship Id="rId19" Type="http://schemas.openxmlformats.org/officeDocument/2006/relationships/theme" Target="../theme/theme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117800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0.xml"/><Relationship Id="rId1" Type="http://schemas.openxmlformats.org/officeDocument/2006/relationships/image" Target="../media/image4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0.xml"/><Relationship Id="rId1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0.xml"/><Relationship Id="rId2" Type="http://schemas.openxmlformats.org/officeDocument/2006/relationships/hyperlink" Target="https://www.modelscope.cn/models/LLM-Research/Meta-Llama-3.1-8B-Instruct/files" TargetMode="External"/><Relationship Id="rId1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0.xml"/><Relationship Id="rId1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41810" y="194348"/>
            <a:ext cx="8308800" cy="495480"/>
          </a:xfrm>
        </p:spPr>
        <p:txBody>
          <a:bodyPr>
            <a:normAutofit lnSpcReduction="20000"/>
          </a:bodyPr>
          <a:lstStyle/>
          <a:p>
            <a:pPr algn="l"/>
            <a:r>
              <a:rPr lang="en-US" altLang="zh-CN" sz="2800" dirty="0"/>
              <a:t>Step1</a:t>
            </a:r>
            <a:endParaRPr lang="en-US" altLang="zh-CN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GB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45" y="1336040"/>
            <a:ext cx="7581900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41810" y="194348"/>
            <a:ext cx="8308800" cy="495480"/>
          </a:xfrm>
        </p:spPr>
        <p:txBody>
          <a:bodyPr>
            <a:normAutofit lnSpcReduction="20000"/>
          </a:bodyPr>
          <a:lstStyle/>
          <a:p>
            <a:pPr algn="l"/>
            <a:r>
              <a:rPr lang="en-US" altLang="zh-CN" sz="2800" dirty="0"/>
              <a:t>Step1</a:t>
            </a:r>
            <a:endParaRPr lang="en-US" altLang="zh-CN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GB" dirty="0"/>
          </a:p>
        </p:txBody>
      </p:sp>
      <p:sp>
        <p:nvSpPr>
          <p:cNvPr id="2" name="Text Placeholder 5"/>
          <p:cNvSpPr>
            <a:spLocks noGrp="1"/>
          </p:cNvSpPr>
          <p:nvPr/>
        </p:nvSpPr>
        <p:spPr>
          <a:xfrm>
            <a:off x="423280" y="1118435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  <a:endParaRPr lang="en-GB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6110"/>
            <a:ext cx="9144000" cy="3891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41810" y="194348"/>
            <a:ext cx="8308800" cy="495480"/>
          </a:xfrm>
        </p:spPr>
        <p:txBody>
          <a:bodyPr>
            <a:normAutofit lnSpcReduction="20000"/>
          </a:bodyPr>
          <a:lstStyle/>
          <a:p>
            <a:pPr algn="l"/>
            <a:r>
              <a:rPr lang="en-US" altLang="zh-CN" sz="2800" dirty="0"/>
              <a:t>Step1</a:t>
            </a:r>
            <a:endParaRPr lang="en-US" altLang="zh-CN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GB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" y="815340"/>
            <a:ext cx="7856220" cy="4173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10435" y="1520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linkClick r:id="rId2"/>
              </a:rPr>
              <a:t>Meta-Llama-3.1-8B-Instruct · </a:t>
            </a:r>
            <a:r>
              <a:rPr lang="zh-CN" altLang="en-US" sz="1600">
                <a:hlinkClick r:id="rId2"/>
              </a:rPr>
              <a:t>模型库</a:t>
            </a:r>
            <a:endParaRPr lang="zh-CN" altLang="en-US" sz="1600"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1285"/>
            <a:ext cx="9144000" cy="2360295"/>
          </a:xfrm>
          <a:prstGeom prst="rect">
            <a:avLst/>
          </a:prstGeom>
        </p:spPr>
      </p:pic>
      <p:sp>
        <p:nvSpPr>
          <p:cNvPr id="4" name="文本占位符 3"/>
          <p:cNvSpPr/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3775" y="696595"/>
            <a:ext cx="76892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/>
              <a:t>git clone https://www.modelscope.cn/LLM-Research/Meta-Llama-3.1-8B-Instruct.git ./LLM-Research/</a:t>
            </a:r>
            <a:endParaRPr lang="en-US" altLang="zh-C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/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/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/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1. Master">
  <a:themeElements>
    <a:clrScheme name="Nokia 2023.1">
      <a:dk1>
        <a:srgbClr val="CCCCCC"/>
      </a:dk1>
      <a:lt1>
        <a:srgbClr val="FFFFFF"/>
      </a:lt1>
      <a:dk2>
        <a:srgbClr val="001135"/>
      </a:dk2>
      <a:lt2>
        <a:srgbClr val="666666"/>
      </a:lt2>
      <a:accent1>
        <a:srgbClr val="005AFF"/>
      </a:accent1>
      <a:accent2>
        <a:srgbClr val="23ABB6"/>
      </a:accent2>
      <a:accent3>
        <a:srgbClr val="37CC73"/>
      </a:accent3>
      <a:accent4>
        <a:srgbClr val="F47F31"/>
      </a:accent4>
      <a:accent5>
        <a:srgbClr val="E03DCD"/>
      </a:accent5>
      <a:accent6>
        <a:srgbClr val="7D33F2"/>
      </a:accent6>
      <a:hlink>
        <a:srgbClr val="001135"/>
      </a:hlink>
      <a:folHlink>
        <a:srgbClr val="005AFF"/>
      </a:folHlink>
    </a:clrScheme>
    <a:fontScheme name="Nokia 2023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 marL="0" marR="0" indent="0" algn="l" defTabSz="179705" rtl="0" eaLnBrk="1" fontAlgn="auto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Tx/>
          <a:buSzTx/>
          <a:buFont typeface="+mj-lt"/>
          <a:buNone/>
          <a:tabLst>
            <a:tab pos="179705" algn="l"/>
          </a:tabLst>
          <a:defRPr kumimoji="0" sz="1200" b="0" i="0" u="none" strike="noStrike" kern="1200" cap="none" spc="0" normalizeH="0" baseline="0" noProof="0" dirty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Nokia Pure Text Light"/>
            <a:ea typeface="+mn-ea"/>
            <a:cs typeface="+mn-cs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1. Master">
  <a:themeElements>
    <a:clrScheme name="Nokia 2023.1">
      <a:dk1>
        <a:srgbClr val="CCCCCC"/>
      </a:dk1>
      <a:lt1>
        <a:srgbClr val="FFFFFF"/>
      </a:lt1>
      <a:dk2>
        <a:srgbClr val="001135"/>
      </a:dk2>
      <a:lt2>
        <a:srgbClr val="666666"/>
      </a:lt2>
      <a:accent1>
        <a:srgbClr val="005AFF"/>
      </a:accent1>
      <a:accent2>
        <a:srgbClr val="23ABB6"/>
      </a:accent2>
      <a:accent3>
        <a:srgbClr val="37CC73"/>
      </a:accent3>
      <a:accent4>
        <a:srgbClr val="F47F31"/>
      </a:accent4>
      <a:accent5>
        <a:srgbClr val="E03DCD"/>
      </a:accent5>
      <a:accent6>
        <a:srgbClr val="7D33F2"/>
      </a:accent6>
      <a:hlink>
        <a:srgbClr val="001135"/>
      </a:hlink>
      <a:folHlink>
        <a:srgbClr val="005AFF"/>
      </a:folHlink>
    </a:clrScheme>
    <a:fontScheme name="Nokia 2023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 marL="0" marR="0" indent="0" algn="l" defTabSz="179705" rtl="0" eaLnBrk="1" fontAlgn="auto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Tx/>
          <a:buSzTx/>
          <a:buFont typeface="+mj-lt"/>
          <a:buNone/>
          <a:tabLst>
            <a:tab pos="179705" algn="l"/>
          </a:tabLst>
          <a:defRPr kumimoji="0" sz="1200" b="0" i="0" u="none" strike="noStrike" kern="1200" cap="none" spc="0" normalizeH="0" baseline="0" noProof="0" dirty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Nokia Pure Text Light"/>
            <a:ea typeface="+mn-ea"/>
            <a:cs typeface="+mn-cs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空白设计模板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SharedContentType xmlns="Microsoft.SharePoint.Taxonomy.ContentTypeSync" SourceId="34c87397-5fc1-491e-85e7-d6110dbe9cbd" ContentTypeId="0x01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DDCDC7FD51234AAA181F204E519641" ma:contentTypeVersion="17" ma:contentTypeDescription="Create a new document." ma:contentTypeScope="" ma:versionID="672c8eb68ef5788171bd470cfba71431">
  <xsd:schema xmlns:xsd="http://www.w3.org/2001/XMLSchema" xmlns:xs="http://www.w3.org/2001/XMLSchema" xmlns:p="http://schemas.microsoft.com/office/2006/metadata/properties" xmlns:ns2="71c5aaf6-e6ce-465b-b873-5148d2a4c105" xmlns:ns3="59e4f9f3-0936-44ec-b0db-ddcb6f125171" xmlns:ns4="2f12257f-d486-4665-8031-eb7b91b96666" targetNamespace="http://schemas.microsoft.com/office/2006/metadata/properties" ma:root="true" ma:fieldsID="830c0b57eeac6ae37c14fabcea02bc82" ns2:_="" ns3:_="" ns4:_="">
    <xsd:import namespace="71c5aaf6-e6ce-465b-b873-5148d2a4c105"/>
    <xsd:import namespace="59e4f9f3-0936-44ec-b0db-ddcb6f125171"/>
    <xsd:import namespace="2f12257f-d486-4665-8031-eb7b91b9666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1" nillable="true" ma:displayName="HideFromDelve" ma:default="0" ma:internalName="HideFromDelve">
      <xsd:simpleType>
        <xsd:restriction base="dms:Boolean"/>
      </xsd:simpleType>
    </xsd:element>
    <xsd:element name="TaxCatchAll" ma:index="20" nillable="true" ma:displayName="Taxonomy Catch All Column" ma:hidden="true" ma:list="{608efe1e-5fb8-4e16-9232-63b2bfe2b702}" ma:internalName="TaxCatchAll" ma:showField="CatchAllData" ma:web="2f12257f-d486-4665-8031-eb7b91b966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e4f9f3-0936-44ec-b0db-ddcb6f1251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4c87397-5fc1-491e-85e7-d6110dbe9c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2257f-d486-4665-8031-eb7b91b9666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ideFromDelve xmlns="71c5aaf6-e6ce-465b-b873-5148d2a4c105">false</HideFromDelve>
    <_dlc_DocId xmlns="71c5aaf6-e6ce-465b-b873-5148d2a4c105">PAI5P3SIOSMN-1711195015-255</_dlc_DocId>
    <_dlc_DocIdUrl xmlns="71c5aaf6-e6ce-465b-b873-5148d2a4c105">
      <Url>https://nokia.sharepoint.com/sites/zjtu/_layouts/15/DocIdRedir.aspx?ID=PAI5P3SIOSMN-1711195015-255</Url>
      <Description>PAI5P3SIOSMN-1711195015-255</Description>
    </_dlc_DocIdUrl>
    <TaxCatchAll xmlns="71c5aaf6-e6ce-465b-b873-5148d2a4c105" xsi:nil="true"/>
    <lcf76f155ced4ddcb4097134ff3c332f xmlns="59e4f9f3-0936-44ec-b0db-ddcb6f125171">
      <Terms xmlns="http://schemas.microsoft.com/office/infopath/2007/PartnerControls"/>
    </lcf76f155ced4ddcb4097134ff3c332f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63.xml><?xml version="1.0" encoding="utf-8"?>
<ds:datastoreItem xmlns:ds="http://schemas.openxmlformats.org/officeDocument/2006/customXml" ds:itemID="{303D95DB-74B7-4BFB-91B1-34644E276697}">
  <ds:schemaRefs/>
</ds:datastoreItem>
</file>

<file path=customXml/itemProps64.xml><?xml version="1.0" encoding="utf-8"?>
<ds:datastoreItem xmlns:ds="http://schemas.openxmlformats.org/officeDocument/2006/customXml" ds:itemID="{8D75091F-EA3D-4B4E-B950-37FD516A4E71}">
  <ds:schemaRefs/>
</ds:datastoreItem>
</file>

<file path=customXml/itemProps65.xml><?xml version="1.0" encoding="utf-8"?>
<ds:datastoreItem xmlns:ds="http://schemas.openxmlformats.org/officeDocument/2006/customXml" ds:itemID="{FC51CA38-8D6D-4D9A-9473-46D8F1826A03}">
  <ds:schemaRefs/>
</ds:datastoreItem>
</file>

<file path=customXml/itemProps66.xml><?xml version="1.0" encoding="utf-8"?>
<ds:datastoreItem xmlns:ds="http://schemas.openxmlformats.org/officeDocument/2006/customXml" ds:itemID="{C8E621D5-FDBF-4937-91E8-1616879DED83}">
  <ds:schemaRefs/>
</ds:datastoreItem>
</file>

<file path=customXml/itemProps67.xml><?xml version="1.0" encoding="utf-8"?>
<ds:datastoreItem xmlns:ds="http://schemas.openxmlformats.org/officeDocument/2006/customXml" ds:itemID="{D7CFB42B-7E19-4039-8339-B9E127E8E2E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 Shanghai Bell 2022 - PowerPoint template v1.3.1</Template>
  <TotalTime>0</TotalTime>
  <Words>146</Words>
  <Application>WPS 演示</Application>
  <PresentationFormat>On-screen Show (16:9)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Nokia Pure Text Light</vt:lpstr>
      <vt:lpstr>Segoe Print</vt:lpstr>
      <vt:lpstr>Nokia Pure Text Light</vt:lpstr>
      <vt:lpstr>Yu Gothic UI Light</vt:lpstr>
      <vt:lpstr>Nokia Pure Headline Light</vt:lpstr>
      <vt:lpstr>Nokia Pure Headline Ultra Light</vt:lpstr>
      <vt:lpstr>Nokia Pure Text</vt:lpstr>
      <vt:lpstr>Text Book</vt:lpstr>
      <vt:lpstr>Wingdings</vt:lpstr>
      <vt:lpstr>微软雅黑</vt:lpstr>
      <vt:lpstr>Arial Unicode MS</vt:lpstr>
      <vt:lpstr>Calibri</vt:lpstr>
      <vt:lpstr>等线</vt:lpstr>
      <vt:lpstr>1. Master</vt:lpstr>
      <vt:lpstr>1_1. Master</vt:lpstr>
      <vt:lpstr>3_空白设计模板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Llama3</dc:title>
  <dc:creator>Shancheng Yu (NSB)</dc:creator>
  <cp:lastModifiedBy>LTE-SAE</cp:lastModifiedBy>
  <cp:revision>39</cp:revision>
  <dcterms:created xsi:type="dcterms:W3CDTF">2024-06-22T02:11:00Z</dcterms:created>
  <dcterms:modified xsi:type="dcterms:W3CDTF">2026-02-15T11:36:48Z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0x0101008CDDCDC7FD51234AAA181F204E519641</vt:lpwstr>
  </property>
  <property fmtid="{D5CDD505-2E9C-101B-9397-08002B2CF9AE}" pid="3" name="_dlc_DocIdItemGuid">
    <vt:lpwstr>5194011f-8ca0-4cba-b5e3-6aa65284a21b</vt:lpwstr>
  </property>
  <property fmtid="{D5CDD505-2E9C-101B-9397-08002B2CF9AE}" pid="4" name="ICV">
    <vt:lpwstr>60C8F8CF01C14F7C93096AD0BFECD3FE_12</vt:lpwstr>
  </property>
  <property fmtid="{D5CDD505-2E9C-101B-9397-08002B2CF9AE}" pid="5" name="KSOProductBuildVer">
    <vt:lpwstr>2052-12.1.0.25225</vt:lpwstr>
  </property>
</Properties>
</file>